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86" r:id="rId6"/>
    <p:sldId id="287" r:id="rId7"/>
    <p:sldId id="288" r:id="rId8"/>
    <p:sldId id="291" r:id="rId9"/>
    <p:sldId id="292" r:id="rId10"/>
    <p:sldId id="293" r:id="rId11"/>
    <p:sldId id="295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A89B33-599D-4803-9751-9B2558E3E23C}" v="27" dt="2025-11-25T18:12:01.9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7674" autoAdjust="0"/>
  </p:normalViewPr>
  <p:slideViewPr>
    <p:cSldViewPr snapToGrid="0">
      <p:cViewPr varScale="1">
        <p:scale>
          <a:sx n="179" d="100"/>
          <a:sy n="179" d="100"/>
        </p:scale>
        <p:origin x="1866" y="150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o Pang" userId="9a8b16426177996e" providerId="LiveId" clId="{2333DED6-2819-4E00-B1AF-31A8AC9F98F4}"/>
    <pc:docChg chg="undo custSel addSld delSld modSld">
      <pc:chgData name="Hao Pang" userId="9a8b16426177996e" providerId="LiveId" clId="{2333DED6-2819-4E00-B1AF-31A8AC9F98F4}" dt="2025-11-25T18:14:24.168" v="231" actId="47"/>
      <pc:docMkLst>
        <pc:docMk/>
      </pc:docMkLst>
      <pc:sldChg chg="del">
        <pc:chgData name="Hao Pang" userId="9a8b16426177996e" providerId="LiveId" clId="{2333DED6-2819-4E00-B1AF-31A8AC9F98F4}" dt="2025-11-25T18:14:16.685" v="221" actId="47"/>
        <pc:sldMkLst>
          <pc:docMk/>
          <pc:sldMk cId="1713219598" sldId="257"/>
        </pc:sldMkLst>
      </pc:sldChg>
      <pc:sldChg chg="del">
        <pc:chgData name="Hao Pang" userId="9a8b16426177996e" providerId="LiveId" clId="{2333DED6-2819-4E00-B1AF-31A8AC9F98F4}" dt="2025-11-25T18:14:18.970" v="224" actId="47"/>
        <pc:sldMkLst>
          <pc:docMk/>
          <pc:sldMk cId="3571516367" sldId="258"/>
        </pc:sldMkLst>
      </pc:sldChg>
      <pc:sldChg chg="del">
        <pc:chgData name="Hao Pang" userId="9a8b16426177996e" providerId="LiveId" clId="{2333DED6-2819-4E00-B1AF-31A8AC9F98F4}" dt="2025-11-25T18:14:21.900" v="228" actId="47"/>
        <pc:sldMkLst>
          <pc:docMk/>
          <pc:sldMk cId="1742861620" sldId="266"/>
        </pc:sldMkLst>
      </pc:sldChg>
      <pc:sldChg chg="del">
        <pc:chgData name="Hao Pang" userId="9a8b16426177996e" providerId="LiveId" clId="{2333DED6-2819-4E00-B1AF-31A8AC9F98F4}" dt="2025-11-25T18:11:54.393" v="162" actId="2696"/>
        <pc:sldMkLst>
          <pc:docMk/>
          <pc:sldMk cId="1969787568" sldId="271"/>
        </pc:sldMkLst>
      </pc:sldChg>
      <pc:sldChg chg="modSp add mod">
        <pc:chgData name="Hao Pang" userId="9a8b16426177996e" providerId="LiveId" clId="{2333DED6-2819-4E00-B1AF-31A8AC9F98F4}" dt="2025-11-25T18:12:44.928" v="217" actId="20577"/>
        <pc:sldMkLst>
          <pc:docMk/>
          <pc:sldMk cId="3630451525" sldId="271"/>
        </pc:sldMkLst>
        <pc:spChg chg="mod">
          <ac:chgData name="Hao Pang" userId="9a8b16426177996e" providerId="LiveId" clId="{2333DED6-2819-4E00-B1AF-31A8AC9F98F4}" dt="2025-11-25T18:12:44.928" v="217" actId="20577"/>
          <ac:spMkLst>
            <pc:docMk/>
            <pc:sldMk cId="3630451525" sldId="271"/>
            <ac:spMk id="3" creationId="{AF64C29E-DF30-4DC6-AB95-2016F9A703B6}"/>
          </ac:spMkLst>
        </pc:spChg>
      </pc:sldChg>
      <pc:sldChg chg="del">
        <pc:chgData name="Hao Pang" userId="9a8b16426177996e" providerId="LiveId" clId="{2333DED6-2819-4E00-B1AF-31A8AC9F98F4}" dt="2025-11-25T18:14:18.049" v="222" actId="47"/>
        <pc:sldMkLst>
          <pc:docMk/>
          <pc:sldMk cId="608796113" sldId="278"/>
        </pc:sldMkLst>
      </pc:sldChg>
      <pc:sldChg chg="del">
        <pc:chgData name="Hao Pang" userId="9a8b16426177996e" providerId="LiveId" clId="{2333DED6-2819-4E00-B1AF-31A8AC9F98F4}" dt="2025-11-25T18:14:18.472" v="223" actId="47"/>
        <pc:sldMkLst>
          <pc:docMk/>
          <pc:sldMk cId="2241459136" sldId="279"/>
        </pc:sldMkLst>
      </pc:sldChg>
      <pc:sldChg chg="del">
        <pc:chgData name="Hao Pang" userId="9a8b16426177996e" providerId="LiveId" clId="{2333DED6-2819-4E00-B1AF-31A8AC9F98F4}" dt="2025-11-25T18:14:20.026" v="225" actId="47"/>
        <pc:sldMkLst>
          <pc:docMk/>
          <pc:sldMk cId="334696707" sldId="280"/>
        </pc:sldMkLst>
      </pc:sldChg>
      <pc:sldChg chg="del">
        <pc:chgData name="Hao Pang" userId="9a8b16426177996e" providerId="LiveId" clId="{2333DED6-2819-4E00-B1AF-31A8AC9F98F4}" dt="2025-11-25T18:14:20.581" v="226" actId="47"/>
        <pc:sldMkLst>
          <pc:docMk/>
          <pc:sldMk cId="103458723" sldId="281"/>
        </pc:sldMkLst>
      </pc:sldChg>
      <pc:sldChg chg="del">
        <pc:chgData name="Hao Pang" userId="9a8b16426177996e" providerId="LiveId" clId="{2333DED6-2819-4E00-B1AF-31A8AC9F98F4}" dt="2025-11-25T18:14:21.010" v="227" actId="47"/>
        <pc:sldMkLst>
          <pc:docMk/>
          <pc:sldMk cId="636929804" sldId="282"/>
        </pc:sldMkLst>
      </pc:sldChg>
      <pc:sldChg chg="del">
        <pc:chgData name="Hao Pang" userId="9a8b16426177996e" providerId="LiveId" clId="{2333DED6-2819-4E00-B1AF-31A8AC9F98F4}" dt="2025-11-25T18:14:22.466" v="229" actId="47"/>
        <pc:sldMkLst>
          <pc:docMk/>
          <pc:sldMk cId="1658164610" sldId="283"/>
        </pc:sldMkLst>
      </pc:sldChg>
      <pc:sldChg chg="del">
        <pc:chgData name="Hao Pang" userId="9a8b16426177996e" providerId="LiveId" clId="{2333DED6-2819-4E00-B1AF-31A8AC9F98F4}" dt="2025-11-25T18:14:23.176" v="230" actId="47"/>
        <pc:sldMkLst>
          <pc:docMk/>
          <pc:sldMk cId="2403577982" sldId="284"/>
        </pc:sldMkLst>
      </pc:sldChg>
      <pc:sldChg chg="del">
        <pc:chgData name="Hao Pang" userId="9a8b16426177996e" providerId="LiveId" clId="{2333DED6-2819-4E00-B1AF-31A8AC9F98F4}" dt="2025-11-25T18:14:24.168" v="231" actId="47"/>
        <pc:sldMkLst>
          <pc:docMk/>
          <pc:sldMk cId="2791821786" sldId="285"/>
        </pc:sldMkLst>
      </pc:sldChg>
      <pc:sldChg chg="modSp mod">
        <pc:chgData name="Hao Pang" userId="9a8b16426177996e" providerId="LiveId" clId="{2333DED6-2819-4E00-B1AF-31A8AC9F98F4}" dt="2025-11-25T08:28:21.313" v="6" actId="27636"/>
        <pc:sldMkLst>
          <pc:docMk/>
          <pc:sldMk cId="1298446081" sldId="288"/>
        </pc:sldMkLst>
        <pc:spChg chg="mod">
          <ac:chgData name="Hao Pang" userId="9a8b16426177996e" providerId="LiveId" clId="{2333DED6-2819-4E00-B1AF-31A8AC9F98F4}" dt="2025-11-25T08:28:21.313" v="6" actId="27636"/>
          <ac:spMkLst>
            <pc:docMk/>
            <pc:sldMk cId="1298446081" sldId="288"/>
            <ac:spMk id="6" creationId="{15C8E149-2AC3-7244-C5E9-CE271BFF0237}"/>
          </ac:spMkLst>
        </pc:spChg>
      </pc:sldChg>
      <pc:sldChg chg="del">
        <pc:chgData name="Hao Pang" userId="9a8b16426177996e" providerId="LiveId" clId="{2333DED6-2819-4E00-B1AF-31A8AC9F98F4}" dt="2025-11-25T18:14:15.333" v="219" actId="47"/>
        <pc:sldMkLst>
          <pc:docMk/>
          <pc:sldMk cId="3068418007" sldId="289"/>
        </pc:sldMkLst>
      </pc:sldChg>
      <pc:sldChg chg="del">
        <pc:chgData name="Hao Pang" userId="9a8b16426177996e" providerId="LiveId" clId="{2333DED6-2819-4E00-B1AF-31A8AC9F98F4}" dt="2025-11-25T18:14:16.271" v="220" actId="47"/>
        <pc:sldMkLst>
          <pc:docMk/>
          <pc:sldMk cId="2816830476" sldId="290"/>
        </pc:sldMkLst>
      </pc:sldChg>
      <pc:sldChg chg="addSp delSp modSp add mod">
        <pc:chgData name="Hao Pang" userId="9a8b16426177996e" providerId="LiveId" clId="{2333DED6-2819-4E00-B1AF-31A8AC9F98F4}" dt="2025-11-25T08:33:47.810" v="40" actId="27636"/>
        <pc:sldMkLst>
          <pc:docMk/>
          <pc:sldMk cId="3794619511" sldId="291"/>
        </pc:sldMkLst>
        <pc:spChg chg="mod">
          <ac:chgData name="Hao Pang" userId="9a8b16426177996e" providerId="LiveId" clId="{2333DED6-2819-4E00-B1AF-31A8AC9F98F4}" dt="2025-11-25T08:30:07.055" v="36" actId="20577"/>
          <ac:spMkLst>
            <pc:docMk/>
            <pc:sldMk cId="3794619511" sldId="291"/>
            <ac:spMk id="3" creationId="{426E13DE-16FA-0DAE-6D11-88B4BA66B99A}"/>
          </ac:spMkLst>
        </pc:spChg>
        <pc:spChg chg="add del mod">
          <ac:chgData name="Hao Pang" userId="9a8b16426177996e" providerId="LiveId" clId="{2333DED6-2819-4E00-B1AF-31A8AC9F98F4}" dt="2025-11-25T08:29:39.547" v="15"/>
          <ac:spMkLst>
            <pc:docMk/>
            <pc:sldMk cId="3794619511" sldId="291"/>
            <ac:spMk id="4" creationId="{7F089743-20BD-B8A1-E758-1D764D142B7D}"/>
          </ac:spMkLst>
        </pc:spChg>
        <pc:spChg chg="mod">
          <ac:chgData name="Hao Pang" userId="9a8b16426177996e" providerId="LiveId" clId="{2333DED6-2819-4E00-B1AF-31A8AC9F98F4}" dt="2025-11-25T08:33:47.810" v="40" actId="27636"/>
          <ac:spMkLst>
            <pc:docMk/>
            <pc:sldMk cId="3794619511" sldId="291"/>
            <ac:spMk id="6" creationId="{AAA0DFBF-9526-FE58-963C-647762707BF9}"/>
          </ac:spMkLst>
        </pc:spChg>
        <pc:graphicFrameChg chg="del">
          <ac:chgData name="Hao Pang" userId="9a8b16426177996e" providerId="LiveId" clId="{2333DED6-2819-4E00-B1AF-31A8AC9F98F4}" dt="2025-11-25T08:29:17.127" v="10" actId="478"/>
          <ac:graphicFrameMkLst>
            <pc:docMk/>
            <pc:sldMk cId="3794619511" sldId="291"/>
            <ac:graphicFrameMk id="10" creationId="{F37AD41F-57DF-E963-38A9-E6E228B3F0B4}"/>
          </ac:graphicFrameMkLst>
        </pc:graphicFrameChg>
        <pc:picChg chg="add del mod">
          <ac:chgData name="Hao Pang" userId="9a8b16426177996e" providerId="LiveId" clId="{2333DED6-2819-4E00-B1AF-31A8AC9F98F4}" dt="2025-11-25T08:29:37.155" v="14" actId="21"/>
          <ac:picMkLst>
            <pc:docMk/>
            <pc:sldMk cId="3794619511" sldId="291"/>
            <ac:picMk id="8" creationId="{44C415A3-6C92-066F-3F71-3DB9C5DB3B79}"/>
          </ac:picMkLst>
        </pc:picChg>
        <pc:picChg chg="add mod">
          <ac:chgData name="Hao Pang" userId="9a8b16426177996e" providerId="LiveId" clId="{2333DED6-2819-4E00-B1AF-31A8AC9F98F4}" dt="2025-11-25T08:29:39.547" v="15"/>
          <ac:picMkLst>
            <pc:docMk/>
            <pc:sldMk cId="3794619511" sldId="291"/>
            <ac:picMk id="9" creationId="{44C415A3-6C92-066F-3F71-3DB9C5DB3B79}"/>
          </ac:picMkLst>
        </pc:picChg>
      </pc:sldChg>
      <pc:sldChg chg="addSp delSp modSp add mod">
        <pc:chgData name="Hao Pang" userId="9a8b16426177996e" providerId="LiveId" clId="{2333DED6-2819-4E00-B1AF-31A8AC9F98F4}" dt="2025-11-25T08:37:19.466" v="61"/>
        <pc:sldMkLst>
          <pc:docMk/>
          <pc:sldMk cId="511224057" sldId="292"/>
        </pc:sldMkLst>
        <pc:spChg chg="mod">
          <ac:chgData name="Hao Pang" userId="9a8b16426177996e" providerId="LiveId" clId="{2333DED6-2819-4E00-B1AF-31A8AC9F98F4}" dt="2025-11-25T08:34:59.122" v="58" actId="20577"/>
          <ac:spMkLst>
            <pc:docMk/>
            <pc:sldMk cId="511224057" sldId="292"/>
            <ac:spMk id="3" creationId="{81E038E7-A808-3A9E-2B49-F1D92E86D4F0}"/>
          </ac:spMkLst>
        </pc:spChg>
        <pc:spChg chg="add del mod">
          <ac:chgData name="Hao Pang" userId="9a8b16426177996e" providerId="LiveId" clId="{2333DED6-2819-4E00-B1AF-31A8AC9F98F4}" dt="2025-11-25T08:34:31.663" v="46"/>
          <ac:spMkLst>
            <pc:docMk/>
            <pc:sldMk cId="511224057" sldId="292"/>
            <ac:spMk id="4" creationId="{29B15C22-5744-E458-6CEA-3B09FB91DA6C}"/>
          </ac:spMkLst>
        </pc:spChg>
        <pc:spChg chg="mod">
          <ac:chgData name="Hao Pang" userId="9a8b16426177996e" providerId="LiveId" clId="{2333DED6-2819-4E00-B1AF-31A8AC9F98F4}" dt="2025-11-25T08:37:19.466" v="61"/>
          <ac:spMkLst>
            <pc:docMk/>
            <pc:sldMk cId="511224057" sldId="292"/>
            <ac:spMk id="6" creationId="{9EFF8E70-E86D-6C69-CBBE-43C603640AD4}"/>
          </ac:spMkLst>
        </pc:spChg>
        <pc:graphicFrameChg chg="del">
          <ac:chgData name="Hao Pang" userId="9a8b16426177996e" providerId="LiveId" clId="{2333DED6-2819-4E00-B1AF-31A8AC9F98F4}" dt="2025-11-25T08:34:15.443" v="41" actId="478"/>
          <ac:graphicFrameMkLst>
            <pc:docMk/>
            <pc:sldMk cId="511224057" sldId="292"/>
            <ac:graphicFrameMk id="10" creationId="{DAE6BC89-D799-97F9-BCF0-76C60F0EE74F}"/>
          </ac:graphicFrameMkLst>
        </pc:graphicFrameChg>
        <pc:picChg chg="add del mod">
          <ac:chgData name="Hao Pang" userId="9a8b16426177996e" providerId="LiveId" clId="{2333DED6-2819-4E00-B1AF-31A8AC9F98F4}" dt="2025-11-25T08:34:30.238" v="45" actId="21"/>
          <ac:picMkLst>
            <pc:docMk/>
            <pc:sldMk cId="511224057" sldId="292"/>
            <ac:picMk id="8" creationId="{FD3BC7CA-2C35-1390-39A9-47D85CA59E33}"/>
          </ac:picMkLst>
        </pc:picChg>
        <pc:picChg chg="add mod">
          <ac:chgData name="Hao Pang" userId="9a8b16426177996e" providerId="LiveId" clId="{2333DED6-2819-4E00-B1AF-31A8AC9F98F4}" dt="2025-11-25T08:34:31.663" v="46"/>
          <ac:picMkLst>
            <pc:docMk/>
            <pc:sldMk cId="511224057" sldId="292"/>
            <ac:picMk id="9" creationId="{FD3BC7CA-2C35-1390-39A9-47D85CA59E33}"/>
          </ac:picMkLst>
        </pc:picChg>
      </pc:sldChg>
      <pc:sldChg chg="addSp delSp modSp add mod">
        <pc:chgData name="Hao Pang" userId="9a8b16426177996e" providerId="LiveId" clId="{2333DED6-2819-4E00-B1AF-31A8AC9F98F4}" dt="2025-11-25T08:40:48.152" v="76"/>
        <pc:sldMkLst>
          <pc:docMk/>
          <pc:sldMk cId="2403315604" sldId="293"/>
        </pc:sldMkLst>
        <pc:spChg chg="mod">
          <ac:chgData name="Hao Pang" userId="9a8b16426177996e" providerId="LiveId" clId="{2333DED6-2819-4E00-B1AF-31A8AC9F98F4}" dt="2025-11-25T08:38:40.528" v="73" actId="20577"/>
          <ac:spMkLst>
            <pc:docMk/>
            <pc:sldMk cId="2403315604" sldId="293"/>
            <ac:spMk id="3" creationId="{CEE1A50E-C89C-274E-6B5C-26151B4D650D}"/>
          </ac:spMkLst>
        </pc:spChg>
        <pc:spChg chg="add del mod">
          <ac:chgData name="Hao Pang" userId="9a8b16426177996e" providerId="LiveId" clId="{2333DED6-2819-4E00-B1AF-31A8AC9F98F4}" dt="2025-11-25T08:38:21.368" v="67"/>
          <ac:spMkLst>
            <pc:docMk/>
            <pc:sldMk cId="2403315604" sldId="293"/>
            <ac:spMk id="4" creationId="{822DC809-AFD3-FF71-8479-D71B1147A040}"/>
          </ac:spMkLst>
        </pc:spChg>
        <pc:spChg chg="mod">
          <ac:chgData name="Hao Pang" userId="9a8b16426177996e" providerId="LiveId" clId="{2333DED6-2819-4E00-B1AF-31A8AC9F98F4}" dt="2025-11-25T08:40:48.152" v="76"/>
          <ac:spMkLst>
            <pc:docMk/>
            <pc:sldMk cId="2403315604" sldId="293"/>
            <ac:spMk id="6" creationId="{991CA3D0-2341-8035-86CC-6752DA678F0A}"/>
          </ac:spMkLst>
        </pc:spChg>
        <pc:graphicFrameChg chg="del">
          <ac:chgData name="Hao Pang" userId="9a8b16426177996e" providerId="LiveId" clId="{2333DED6-2819-4E00-B1AF-31A8AC9F98F4}" dt="2025-11-25T08:38:10.525" v="62" actId="478"/>
          <ac:graphicFrameMkLst>
            <pc:docMk/>
            <pc:sldMk cId="2403315604" sldId="293"/>
            <ac:graphicFrameMk id="10" creationId="{31BDD5F8-FD26-F26E-2E70-23D515B9D804}"/>
          </ac:graphicFrameMkLst>
        </pc:graphicFrameChg>
        <pc:picChg chg="add del mod">
          <ac:chgData name="Hao Pang" userId="9a8b16426177996e" providerId="LiveId" clId="{2333DED6-2819-4E00-B1AF-31A8AC9F98F4}" dt="2025-11-25T08:38:19.368" v="66" actId="21"/>
          <ac:picMkLst>
            <pc:docMk/>
            <pc:sldMk cId="2403315604" sldId="293"/>
            <ac:picMk id="8" creationId="{C67A9E19-244A-1520-4881-7FBD935E5BBD}"/>
          </ac:picMkLst>
        </pc:picChg>
        <pc:picChg chg="add mod">
          <ac:chgData name="Hao Pang" userId="9a8b16426177996e" providerId="LiveId" clId="{2333DED6-2819-4E00-B1AF-31A8AC9F98F4}" dt="2025-11-25T08:38:21.368" v="67"/>
          <ac:picMkLst>
            <pc:docMk/>
            <pc:sldMk cId="2403315604" sldId="293"/>
            <ac:picMk id="9" creationId="{C67A9E19-244A-1520-4881-7FBD935E5BBD}"/>
          </ac:picMkLst>
        </pc:picChg>
      </pc:sldChg>
      <pc:sldChg chg="modSp add del mod">
        <pc:chgData name="Hao Pang" userId="9a8b16426177996e" providerId="LiveId" clId="{2333DED6-2819-4E00-B1AF-31A8AC9F98F4}" dt="2025-11-25T18:14:15.056" v="218" actId="47"/>
        <pc:sldMkLst>
          <pc:docMk/>
          <pc:sldMk cId="3230608950" sldId="294"/>
        </pc:sldMkLst>
        <pc:spChg chg="mod">
          <ac:chgData name="Hao Pang" userId="9a8b16426177996e" providerId="LiveId" clId="{2333DED6-2819-4E00-B1AF-31A8AC9F98F4}" dt="2025-11-25T18:00:10.039" v="96" actId="6549"/>
          <ac:spMkLst>
            <pc:docMk/>
            <pc:sldMk cId="3230608950" sldId="294"/>
            <ac:spMk id="2" creationId="{42A468C3-CF5A-C416-013C-11CD1613950F}"/>
          </ac:spMkLst>
        </pc:spChg>
      </pc:sldChg>
      <pc:sldChg chg="modSp add mod">
        <pc:chgData name="Hao Pang" userId="9a8b16426177996e" providerId="LiveId" clId="{2333DED6-2819-4E00-B1AF-31A8AC9F98F4}" dt="2025-11-25T18:11:34.699" v="161" actId="27636"/>
        <pc:sldMkLst>
          <pc:docMk/>
          <pc:sldMk cId="3741613290" sldId="295"/>
        </pc:sldMkLst>
        <pc:spChg chg="mod">
          <ac:chgData name="Hao Pang" userId="9a8b16426177996e" providerId="LiveId" clId="{2333DED6-2819-4E00-B1AF-31A8AC9F98F4}" dt="2025-11-25T18:00:21.648" v="106" actId="20577"/>
          <ac:spMkLst>
            <pc:docMk/>
            <pc:sldMk cId="3741613290" sldId="295"/>
            <ac:spMk id="2" creationId="{114FEA3F-EBC4-B3BA-C9D5-2BA23A977C88}"/>
          </ac:spMkLst>
        </pc:spChg>
        <pc:spChg chg="mod">
          <ac:chgData name="Hao Pang" userId="9a8b16426177996e" providerId="LiveId" clId="{2333DED6-2819-4E00-B1AF-31A8AC9F98F4}" dt="2025-11-25T18:11:34.699" v="161" actId="27636"/>
          <ac:spMkLst>
            <pc:docMk/>
            <pc:sldMk cId="3741613290" sldId="295"/>
            <ac:spMk id="3" creationId="{DC6BA663-8321-CE7B-57F6-33B5C1624FA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7B979-A255-7FCC-CD0F-B40893F9B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5EAC01-30CD-37C0-D25C-AFBDF07BE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D97F6E-DABD-5694-9C29-C8F0F3502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3E128-008C-83AC-340D-0F7461E5B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1464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0AEF7-B743-1FE4-0D01-8C6B4079F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BC2A40-B5C8-EA81-4AC6-C9734F4B8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34244F-EF5B-38DF-A63B-ABAC7F603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8399A-9D12-D7B5-242D-D459F7C242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008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7254C-0D2D-D5E8-1BF9-9293A48FC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5D68E8-A15E-ECB3-22A3-673A3002E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ED57CC-230C-89A8-C9E7-B641BBCCF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AA396-15D0-E444-528B-770B71B0D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51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1259A-432F-19F6-F30D-DDD92EAEA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43045D-EC41-DE84-5CDD-4E8FCFC9C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045B9C-1D30-FFD5-4CBF-B7A206B09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19CD7-834F-767B-EA1E-BE14479F78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767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6AAF9-0057-FF66-60AF-1852CD1A3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45079-B3E1-3CF3-AABE-31378908F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8F090-A786-CE78-9861-F43F6412E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7CDC4-BF06-F007-9A34-3C7E488B26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232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F3453-BC43-A29F-AA47-EC8B26B71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5E6BEF-9D48-0D94-237E-21FF53D79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B8F1B5-F6D1-009C-12A9-86F6F3FD4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E47E2-7732-464C-9400-90E50176EE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636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7388B-6BD1-FA5F-EA11-F55943C4B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00628-F286-AE11-DAC4-388F38C4AE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FC289-CD19-11A6-FEDD-9E1DA9FB3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9C333-7DB2-1E68-BDB0-6B248CC7B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4644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406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zh-CN" altLang="en-US"/>
              <a:t>单击图标添加表格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zh-CN" altLang="en-US"/>
              <a:t>单击图标添加表格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inmetrics.io/community-network-data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coingecko.com/en/api" TargetMode="External"/><Relationship Id="rId4" Type="http://schemas.openxmlformats.org/officeDocument/2006/relationships/hyperlink" Target="https://www.blockchain.com/explorer/api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i="1" dirty="0"/>
              <a:t>Bitcoin Mining Pool Concentration and Price Forecast</a:t>
            </a:r>
            <a:br>
              <a:rPr lang="en-US" dirty="0"/>
            </a:br>
            <a:br>
              <a:rPr lang="en-US" dirty="0"/>
            </a:br>
            <a:r>
              <a:rPr lang="en-US" altLang="zh-CN" dirty="0"/>
              <a:t>Hao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51CCB-7A66-C119-7F2F-5551B1B93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EDF22-7551-5BBC-37BF-A24B49A71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Introduction</a:t>
            </a:r>
            <a:r>
              <a:rPr lang="zh-CN" altLang="en-US" dirty="0"/>
              <a:t>：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CA0DD-9F01-802C-39A1-BEA61DCDF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This project analyzes the evolution and decentralization of the Bitcoin mining ecosystem.</a:t>
            </a:r>
          </a:p>
          <a:p>
            <a:r>
              <a:rPr lang="en-US" dirty="0"/>
              <a:t>It focuses on three core dimensions: </a:t>
            </a:r>
          </a:p>
          <a:p>
            <a:pPr lvl="1"/>
            <a:r>
              <a:rPr lang="en-US" dirty="0"/>
              <a:t>Mining Pool Concentration: Tracks how block production is distributed across major pools (e.g., </a:t>
            </a:r>
            <a:r>
              <a:rPr lang="en-US" dirty="0" err="1"/>
              <a:t>AntPool</a:t>
            </a:r>
            <a:r>
              <a:rPr lang="en-US" dirty="0"/>
              <a:t>, F2Pool, </a:t>
            </a:r>
            <a:r>
              <a:rPr lang="en-US" dirty="0" err="1"/>
              <a:t>ViaBTC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Decentralization Measurement: Uses the Herfindahl–Hirschman Index (HHI) to quantify concentration levels over time.</a:t>
            </a:r>
          </a:p>
          <a:p>
            <a:pPr lvl="1"/>
            <a:r>
              <a:rPr lang="en-US" dirty="0"/>
              <a:t>Price &amp; Network Forecasting: Applies </a:t>
            </a:r>
            <a:r>
              <a:rPr lang="en-US" dirty="0" err="1"/>
              <a:t>XGBoost</a:t>
            </a:r>
            <a:r>
              <a:rPr lang="en-US" dirty="0"/>
              <a:t>-based time-series forecasting to predict future trends in Bitcoin price and mining centralization.</a:t>
            </a:r>
          </a:p>
          <a:p>
            <a:pPr marL="0" lvl="1" indent="0">
              <a:buNone/>
            </a:pPr>
            <a:r>
              <a:rPr lang="en-US" b="1" dirty="0"/>
              <a:t>By combining historical data with machine learning techniques,  evaluate risks of centralization, and forecast future developments in the Bitcoin network.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F2E293C-C67E-594A-0F53-06773559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152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FF210-B2CD-2E4E-3CEF-36572D626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324DAD18-A868-099E-0A3D-4E8F04580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US" dirty="0"/>
              <a:t>Data sources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3A2319D-EAF5-60EC-3B41-A46B39216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6" name="表格占位符 5">
            <a:extLst>
              <a:ext uri="{FF2B5EF4-FFF2-40B4-BE49-F238E27FC236}">
                <a16:creationId xmlns:a16="http://schemas.microsoft.com/office/drawing/2014/main" id="{071C7541-4EF9-607B-86DD-C9477D1C2DE0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557834110"/>
              </p:ext>
            </p:extLst>
          </p:nvPr>
        </p:nvGraphicFramePr>
        <p:xfrm>
          <a:off x="838200" y="2111375"/>
          <a:ext cx="10522701" cy="4065249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618020">
                  <a:extLst>
                    <a:ext uri="{9D8B030D-6E8A-4147-A177-3AD203B41FA5}">
                      <a16:colId xmlns:a16="http://schemas.microsoft.com/office/drawing/2014/main" val="648740922"/>
                    </a:ext>
                  </a:extLst>
                </a:gridCol>
                <a:gridCol w="1886786">
                  <a:extLst>
                    <a:ext uri="{9D8B030D-6E8A-4147-A177-3AD203B41FA5}">
                      <a16:colId xmlns:a16="http://schemas.microsoft.com/office/drawing/2014/main" val="1869301701"/>
                    </a:ext>
                  </a:extLst>
                </a:gridCol>
                <a:gridCol w="1888044">
                  <a:extLst>
                    <a:ext uri="{9D8B030D-6E8A-4147-A177-3AD203B41FA5}">
                      <a16:colId xmlns:a16="http://schemas.microsoft.com/office/drawing/2014/main" val="1192456265"/>
                    </a:ext>
                  </a:extLst>
                </a:gridCol>
                <a:gridCol w="1208348">
                  <a:extLst>
                    <a:ext uri="{9D8B030D-6E8A-4147-A177-3AD203B41FA5}">
                      <a16:colId xmlns:a16="http://schemas.microsoft.com/office/drawing/2014/main" val="1144790168"/>
                    </a:ext>
                  </a:extLst>
                </a:gridCol>
                <a:gridCol w="1548196">
                  <a:extLst>
                    <a:ext uri="{9D8B030D-6E8A-4147-A177-3AD203B41FA5}">
                      <a16:colId xmlns:a16="http://schemas.microsoft.com/office/drawing/2014/main" val="2962803168"/>
                    </a:ext>
                  </a:extLst>
                </a:gridCol>
                <a:gridCol w="868501">
                  <a:extLst>
                    <a:ext uri="{9D8B030D-6E8A-4147-A177-3AD203B41FA5}">
                      <a16:colId xmlns:a16="http://schemas.microsoft.com/office/drawing/2014/main" val="1425659245"/>
                    </a:ext>
                  </a:extLst>
                </a:gridCol>
                <a:gridCol w="1412258">
                  <a:extLst>
                    <a:ext uri="{9D8B030D-6E8A-4147-A177-3AD203B41FA5}">
                      <a16:colId xmlns:a16="http://schemas.microsoft.com/office/drawing/2014/main" val="547694141"/>
                    </a:ext>
                  </a:extLst>
                </a:gridCol>
                <a:gridCol w="1092548">
                  <a:extLst>
                    <a:ext uri="{9D8B030D-6E8A-4147-A177-3AD203B41FA5}">
                      <a16:colId xmlns:a16="http://schemas.microsoft.com/office/drawing/2014/main" val="1751216530"/>
                    </a:ext>
                  </a:extLst>
                </a:gridCol>
              </a:tblGrid>
              <a:tr h="8425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Data source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Name / short description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Source URL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Type (API / Web / File)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List of fields (examples)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Format (json / csv / other)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Have tried to access / collect data with Python?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Estimated data size / number of data points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extLst>
                  <a:ext uri="{0D108BD9-81ED-4DB2-BD59-A6C34878D82A}">
                    <a16:rowId xmlns:a16="http://schemas.microsoft.com/office/drawing/2014/main" val="532245362"/>
                  </a:ext>
                </a:extLst>
              </a:tr>
              <a:tr h="11205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CoinMetrics community network data (Bitcoin) — contains historical chain-level metrics for Bitcoin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u="sng" kern="100">
                          <a:effectLst/>
                          <a:hlinkClick r:id="rId3"/>
                        </a:rPr>
                        <a:t>https://coinmetrics.io/community-network-data/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File (CSV) / API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time, DiffLast, DiffMean, HashRate, PriceUSD, FeeTotUSD, RevHashUSD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CSV / JSON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Yes — I downloaded btc.csv and will use pandas to read it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≈3,000 daily points (multi-year daily data; &gt;300 required)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extLst>
                  <a:ext uri="{0D108BD9-81ED-4DB2-BD59-A6C34878D82A}">
                    <a16:rowId xmlns:a16="http://schemas.microsoft.com/office/drawing/2014/main" val="57017134"/>
                  </a:ext>
                </a:extLst>
              </a:tr>
              <a:tr h="9815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Blockchain.com Explorer API — provides block and chart endpoints for live blockchain data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u="sng" kern="100" dirty="0">
                          <a:effectLst/>
                          <a:hlinkClick r:id="rId4"/>
                        </a:rPr>
                        <a:t>https://www.blockchain.com/explorer/api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API (REST)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block.height, block.time, tx_count, fees, hash_rate, difficulty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JSON / plaintext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Yes — fetched via requests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≥30,000 block-level points or daily aggregates ≥1,000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extLst>
                  <a:ext uri="{0D108BD9-81ED-4DB2-BD59-A6C34878D82A}">
                    <a16:rowId xmlns:a16="http://schemas.microsoft.com/office/drawing/2014/main" val="1589909563"/>
                  </a:ext>
                </a:extLst>
              </a:tr>
              <a:tr h="11205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3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CoinGecko API — provides historical BTC price and market information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u="sng" kern="10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https://www.coingecko.com/en/api</a:t>
                      </a:r>
                      <a:endParaRPr lang="en-US" sz="1100" u="sng" kern="100" dirty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API (REST)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prices[timestamp, price_usd], market_caps, total_volumes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JSON / CSV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Yes — fetched via requests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≥3,650 daily points (10+ years of history; &gt;300 required)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088" marR="8088" marT="8088" marB="8088" anchor="ctr"/>
                </a:tc>
                <a:extLst>
                  <a:ext uri="{0D108BD9-81ED-4DB2-BD59-A6C34878D82A}">
                    <a16:rowId xmlns:a16="http://schemas.microsoft.com/office/drawing/2014/main" val="4205497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394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5814C-EB9D-F4F3-1CC5-175A2E96F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84BF2E-122F-A832-B0D5-C5CD8BE74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 altLang="zh-CN" dirty="0"/>
              <a:t>Results: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pool</a:t>
            </a:r>
            <a:r>
              <a:rPr lang="zh-CN" altLang="en-US" dirty="0"/>
              <a:t> </a:t>
            </a:r>
            <a:r>
              <a:rPr lang="en-US" altLang="zh-CN" dirty="0"/>
              <a:t>distribution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C8E149-2AC3-7244-C5E9-CE271BFF0237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49"/>
            <a:ext cx="3247662" cy="3238499"/>
          </a:xfrm>
        </p:spPr>
        <p:txBody>
          <a:bodyPr>
            <a:normAutofit/>
          </a:bodyPr>
          <a:lstStyle/>
          <a:p>
            <a:r>
              <a:rPr lang="en-US" dirty="0"/>
              <a:t>This stacked bar chart shows the daily number of blocks mined by each major mining pool from January 2023 to November 2025.</a:t>
            </a:r>
          </a:p>
          <a:p>
            <a:r>
              <a:rPr lang="en-US" dirty="0"/>
              <a:t>This trend suggests a decline in decentralization, raising concerns about network concentration and censorship resistance.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D949D-F8D0-D9D8-6F78-98272365E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2" name="表格占位符 11" descr="图表&#10;&#10;AI 生成的内容可能不正确。">
            <a:extLst>
              <a:ext uri="{FF2B5EF4-FFF2-40B4-BE49-F238E27FC236}">
                <a16:creationId xmlns:a16="http://schemas.microsoft.com/office/drawing/2014/main" id="{EE8992DD-2D6A-51F1-5516-50090DF778BF}"/>
              </a:ext>
            </a:extLst>
          </p:cNvPr>
          <p:cNvPicPr>
            <a:picLocks noGrp="1" noChangeAspect="1"/>
          </p:cNvPicPr>
          <p:nvPr>
            <p:ph type="tbl" sz="quarter" idx="14"/>
          </p:nvPr>
        </p:nvPicPr>
        <p:blipFill>
          <a:blip r:embed="rId3"/>
          <a:stretch>
            <a:fillRect/>
          </a:stretch>
        </p:blipFill>
        <p:spPr>
          <a:xfrm>
            <a:off x="4216400" y="1669256"/>
            <a:ext cx="7137400" cy="356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446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0647C-A0A7-A289-20FE-CD39C501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6E13DE-16FA-0DAE-6D11-88B4BA66B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 altLang="zh-CN" dirty="0"/>
              <a:t>Results: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HHi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A0DFBF-9526-FE58-963C-647762707BF9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49"/>
            <a:ext cx="3247662" cy="32384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line chart tracks the Herfindahl-Hirschman Index (HHI) from January 2023 to late 2025, quantifying the level of centralization among Bitcoin mining pools.</a:t>
            </a:r>
          </a:p>
          <a:p>
            <a:r>
              <a:rPr lang="en-US" dirty="0"/>
              <a:t>The HHI is a widely used metric in economics to assess market concentration, where values closer to 1 indicate higher centralization.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7423E-07D6-A29F-33F1-1A0A9BDED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9" name="表格占位符 8" descr="图表, 折线图&#10;&#10;AI 生成的内容可能不正确。">
            <a:extLst>
              <a:ext uri="{FF2B5EF4-FFF2-40B4-BE49-F238E27FC236}">
                <a16:creationId xmlns:a16="http://schemas.microsoft.com/office/drawing/2014/main" id="{44C415A3-6C92-066F-3F71-3DB9C5DB3B79}"/>
              </a:ext>
            </a:extLst>
          </p:cNvPr>
          <p:cNvPicPr>
            <a:picLocks noGrp="1" noChangeAspect="1"/>
          </p:cNvPicPr>
          <p:nvPr>
            <p:ph type="tbl" sz="quarter" idx="14"/>
          </p:nvPr>
        </p:nvPicPr>
        <p:blipFill>
          <a:blip r:embed="rId3"/>
          <a:stretch>
            <a:fillRect/>
          </a:stretch>
        </p:blipFill>
        <p:spPr>
          <a:xfrm>
            <a:off x="4216400" y="2179071"/>
            <a:ext cx="7137400" cy="254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619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E74C9-7433-2AF6-A953-4FCF78EB2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E038E7-A808-3A9E-2B49-F1D92E86D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 altLang="zh-CN" dirty="0"/>
              <a:t>Results: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Hhi</a:t>
            </a:r>
            <a:r>
              <a:rPr lang="en-US" dirty="0"/>
              <a:t> </a:t>
            </a:r>
            <a:r>
              <a:rPr lang="en-US" altLang="zh-CN" dirty="0"/>
              <a:t>forecast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FF8E70-E86D-6C69-CBBE-43C603640AD4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49"/>
            <a:ext cx="3247662" cy="3238499"/>
          </a:xfrm>
        </p:spPr>
        <p:txBody>
          <a:bodyPr>
            <a:normAutofit/>
          </a:bodyPr>
          <a:lstStyle/>
          <a:p>
            <a:r>
              <a:rPr lang="en-US" dirty="0"/>
              <a:t>We use </a:t>
            </a:r>
            <a:r>
              <a:rPr lang="en-US" dirty="0" err="1"/>
              <a:t>XGBoost</a:t>
            </a:r>
            <a:r>
              <a:rPr lang="en-US" dirty="0"/>
              <a:t> to forecast the Herfindahl-Hirschman Index (HHI), which measures mining pool concentration.</a:t>
            </a:r>
          </a:p>
          <a:p>
            <a:r>
              <a:rPr lang="en-US" dirty="0"/>
              <a:t>Forecast results suggest a continued decline in HHI through early 2026, implying a gradual rebalancing of mining power across pools.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CF4DCE-511B-7A2F-7E08-1198D9B29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9" name="表格占位符 8" descr="图表, 折线图&#10;&#10;AI 生成的内容可能不正确。">
            <a:extLst>
              <a:ext uri="{FF2B5EF4-FFF2-40B4-BE49-F238E27FC236}">
                <a16:creationId xmlns:a16="http://schemas.microsoft.com/office/drawing/2014/main" id="{FD3BC7CA-2C35-1390-39A9-47D85CA59E33}"/>
              </a:ext>
            </a:extLst>
          </p:cNvPr>
          <p:cNvPicPr>
            <a:picLocks noGrp="1" noChangeAspect="1"/>
          </p:cNvPicPr>
          <p:nvPr>
            <p:ph type="tbl" sz="quarter" idx="14"/>
          </p:nvPr>
        </p:nvPicPr>
        <p:blipFill>
          <a:blip r:embed="rId3"/>
          <a:stretch>
            <a:fillRect/>
          </a:stretch>
        </p:blipFill>
        <p:spPr>
          <a:xfrm>
            <a:off x="4216400" y="1924164"/>
            <a:ext cx="7137400" cy="305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224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6CB12-48E2-0DDF-896E-887F52569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E1A50E-C89C-274E-6B5C-26151B4D6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 altLang="zh-CN" dirty="0"/>
              <a:t>Results: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price </a:t>
            </a:r>
            <a:r>
              <a:rPr lang="en-US" altLang="zh-CN" dirty="0"/>
              <a:t>forecast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91CA3D0-2341-8035-86CC-6752DA678F0A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49"/>
            <a:ext cx="3247662" cy="3238499"/>
          </a:xfrm>
        </p:spPr>
        <p:txBody>
          <a:bodyPr>
            <a:normAutofit/>
          </a:bodyPr>
          <a:lstStyle/>
          <a:p>
            <a:r>
              <a:rPr lang="en-US" dirty="0"/>
              <a:t>This chart shows actual BTC/USD prices from Jan 2023 to Nov 2025, followed by model-generated forecasts through the end of 2026.</a:t>
            </a:r>
          </a:p>
          <a:p>
            <a:r>
              <a:rPr lang="en-US" dirty="0"/>
              <a:t>The predicted price range remains within a plausible band ($80K–$120K), offering insights for miner revenue projections.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92A28A-85E1-6271-4017-7E62D5B7E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9" name="表格占位符 8" descr="图表, 折线图, 散点图&#10;&#10;AI 生成的内容可能不正确。">
            <a:extLst>
              <a:ext uri="{FF2B5EF4-FFF2-40B4-BE49-F238E27FC236}">
                <a16:creationId xmlns:a16="http://schemas.microsoft.com/office/drawing/2014/main" id="{C67A9E19-244A-1520-4881-7FBD935E5BBD}"/>
              </a:ext>
            </a:extLst>
          </p:cNvPr>
          <p:cNvPicPr>
            <a:picLocks noGrp="1" noChangeAspect="1"/>
          </p:cNvPicPr>
          <p:nvPr>
            <p:ph type="tbl" sz="quarter" idx="14"/>
          </p:nvPr>
        </p:nvPicPr>
        <p:blipFill>
          <a:blip r:embed="rId3"/>
          <a:stretch>
            <a:fillRect/>
          </a:stretch>
        </p:blipFill>
        <p:spPr>
          <a:xfrm>
            <a:off x="4216400" y="1924164"/>
            <a:ext cx="7137400" cy="305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315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CF624-7F4C-ECC4-854C-59DCCA148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FEA3F-EBC4-B3BA-C9D5-2BA23A977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Challenges: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BA663-8321-CE7B-57F6-33B5C1624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r>
              <a:rPr lang="en-US" dirty="0"/>
              <a:t>API and Model training </a:t>
            </a:r>
          </a:p>
          <a:p>
            <a:pPr lvl="1"/>
            <a:r>
              <a:rPr lang="en-US" dirty="0"/>
              <a:t>The API interface can only retrieve short-term data, which is insufficient for visualization and model training purposes. Therefore, even though I have completed the API integration, I still need to find data spanning more than three years for visualization and model training.</a:t>
            </a:r>
          </a:p>
          <a:p>
            <a:pPr lvl="1"/>
            <a:r>
              <a:rPr lang="en-US" dirty="0"/>
              <a:t>I wasn't sure which model to use for training. Initially, I used the ARIMA model for training and prediction, but the results were a flat line. Afterward, I learned about </a:t>
            </a:r>
            <a:r>
              <a:rPr lang="en-US" dirty="0" err="1"/>
              <a:t>XGBoost</a:t>
            </a:r>
            <a:r>
              <a:rPr lang="en-US" dirty="0"/>
              <a:t> and obtained the results shown above.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9E44A23-D2BF-E29B-75E4-2441AD117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613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>
            <a:noAutofit/>
          </a:bodyPr>
          <a:lstStyle/>
          <a:p>
            <a:r>
              <a:rPr lang="en-US" altLang="zh-CN" dirty="0"/>
              <a:t>Hao Pang</a:t>
            </a:r>
            <a:endParaRPr lang="en-US" dirty="0"/>
          </a:p>
          <a:p>
            <a:r>
              <a:rPr lang="en-US" dirty="0"/>
              <a:t>haopang@usc.edu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451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{8F9BD61D-49AC-455B-A9CC-3E0E6E80D13A}TF7521aafa-c748-4c40-a498-ba511be234dc5b1b6097_win32-5039330bb2f3</Template>
  <TotalTime>53</TotalTime>
  <Words>688</Words>
  <Application>Microsoft Office PowerPoint</Application>
  <PresentationFormat>宽屏</PresentationFormat>
  <Paragraphs>77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Tenorite</vt:lpstr>
      <vt:lpstr>Custom</vt:lpstr>
      <vt:lpstr>Bitcoin Mining Pool Concentration and Price Forecast  Hao</vt:lpstr>
      <vt:lpstr>Introduction：</vt:lpstr>
      <vt:lpstr>Data sources </vt:lpstr>
      <vt:lpstr>Results:  pool distribution</vt:lpstr>
      <vt:lpstr>Results:  HHi</vt:lpstr>
      <vt:lpstr>Results:  Hhi forecast</vt:lpstr>
      <vt:lpstr>Results:  price forecast</vt:lpstr>
      <vt:lpstr>Challenges: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 Pang</dc:creator>
  <cp:lastModifiedBy>Hao Pang</cp:lastModifiedBy>
  <cp:revision>1</cp:revision>
  <dcterms:created xsi:type="dcterms:W3CDTF">2025-11-25T08:03:38Z</dcterms:created>
  <dcterms:modified xsi:type="dcterms:W3CDTF">2025-11-25T18:14:34Z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